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DF1179F-98E2-4CBF-90BC-79D9FE1DE378}">
          <p14:sldIdLst>
            <p14:sldId id="256"/>
            <p14:sldId id="257"/>
            <p14:sldId id="258"/>
            <p14:sldId id="259"/>
            <p14:sldId id="260"/>
          </p14:sldIdLst>
        </p14:section>
        <p14:section name="Раздел без заголовка" id="{5C240822-93FD-49DF-A07C-A4E2C1090D9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4DEFE-5CD3-4DA6-919F-158988D817DB}" type="datetimeFigureOut">
              <a:rPr lang="ru-RU" smtClean="0"/>
              <a:t>14.04.2025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54F3FD-9462-4FCB-A852-5EAFAC72A1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22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7067" y="1565290"/>
            <a:ext cx="7766936" cy="1646302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UML-Diagrams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20010" y="4764816"/>
            <a:ext cx="7766936" cy="1385463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Презентация была выполнена: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Студентом </a:t>
            </a:r>
            <a:r>
              <a:rPr lang="en-US" dirty="0">
                <a:solidFill>
                  <a:schemeClr val="tx1"/>
                </a:solidFill>
              </a:rPr>
              <a:t>4</a:t>
            </a:r>
            <a:r>
              <a:rPr lang="ru-RU" dirty="0">
                <a:solidFill>
                  <a:schemeClr val="tx1"/>
                </a:solidFill>
              </a:rPr>
              <a:t>-го курса РПГУ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Направления ИВТ</a:t>
            </a:r>
          </a:p>
          <a:p>
            <a:r>
              <a:rPr lang="ru-RU" dirty="0">
                <a:solidFill>
                  <a:schemeClr val="tx1"/>
                </a:solidFill>
              </a:rPr>
              <a:t>Ильином Е.И.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525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80909" y="982893"/>
            <a:ext cx="2512984" cy="5875107"/>
          </a:xfrm>
        </p:spPr>
        <p:txBody>
          <a:bodyPr/>
          <a:lstStyle/>
          <a:p>
            <a:r>
              <a:rPr lang="ru-RU" dirty="0" smtClean="0"/>
              <a:t>Очень простая схема структуры примерной бота.</a:t>
            </a:r>
            <a:br>
              <a:rPr lang="ru-RU" dirty="0" smtClean="0"/>
            </a:br>
            <a:r>
              <a:rPr lang="ru-RU" dirty="0" smtClean="0"/>
              <a:t>Пользователь пишет </a:t>
            </a:r>
            <a:r>
              <a:rPr lang="ru-RU" dirty="0" smtClean="0"/>
              <a:t>комментарий, </a:t>
            </a:r>
            <a:r>
              <a:rPr lang="en-US" dirty="0" smtClean="0"/>
              <a:t>,</a:t>
            </a:r>
            <a:r>
              <a:rPr lang="ru-RU" dirty="0" smtClean="0"/>
              <a:t> бот получает, </a:t>
            </a:r>
            <a:r>
              <a:rPr lang="ru-RU" dirty="0" smtClean="0"/>
              <a:t>отправляет запрос</a:t>
            </a:r>
            <a:r>
              <a:rPr lang="en-US" dirty="0" smtClean="0"/>
              <a:t> LLM</a:t>
            </a:r>
            <a:r>
              <a:rPr lang="ru-RU" dirty="0" smtClean="0"/>
              <a:t>, </a:t>
            </a:r>
            <a:r>
              <a:rPr lang="ru-RU" dirty="0" smtClean="0"/>
              <a:t>та оценивает аргументированность, и даёт пару статей для подкрепления или опровержения мнения.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56" y="335107"/>
            <a:ext cx="5657850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193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3683726"/>
            <a:ext cx="8596668" cy="2357636"/>
          </a:xfrm>
        </p:spPr>
        <p:txBody>
          <a:bodyPr/>
          <a:lstStyle/>
          <a:p>
            <a:r>
              <a:rPr lang="en-US" dirty="0" smtClean="0"/>
              <a:t>Use-case</a:t>
            </a:r>
            <a:r>
              <a:rPr lang="ru-RU" dirty="0" smtClean="0"/>
              <a:t> диаграмма</a:t>
            </a:r>
            <a:br>
              <a:rPr lang="ru-RU" dirty="0" smtClean="0"/>
            </a:br>
            <a:r>
              <a:rPr lang="ru-RU" dirty="0" smtClean="0"/>
              <a:t>Видно как актёр тут пользователь, основная часть происходит внутри системы и есть вторая подсистема которой являются </a:t>
            </a:r>
            <a:r>
              <a:rPr lang="ru-RU" dirty="0" smtClean="0"/>
              <a:t>процессы</a:t>
            </a:r>
            <a:r>
              <a:rPr lang="en-US" dirty="0" smtClean="0"/>
              <a:t> LLM .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73" y="608734"/>
            <a:ext cx="8589818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88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6497" y="5000625"/>
            <a:ext cx="8596668" cy="2174756"/>
          </a:xfrm>
        </p:spPr>
        <p:txBody>
          <a:bodyPr/>
          <a:lstStyle/>
          <a:p>
            <a:r>
              <a:rPr lang="ru-RU" dirty="0" smtClean="0"/>
              <a:t>Диаграмма описывает процесс выполнения действий в реальном времени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95" y="0"/>
            <a:ext cx="59055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1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64" y="500525"/>
            <a:ext cx="7362825" cy="360045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4378036"/>
            <a:ext cx="8743757" cy="1663326"/>
          </a:xfrm>
        </p:spPr>
        <p:txBody>
          <a:bodyPr/>
          <a:lstStyle/>
          <a:p>
            <a:r>
              <a:rPr lang="ru-RU" dirty="0" smtClean="0"/>
              <a:t>Диаграмма активности показывающая как будет проходить работа данной системы.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473561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178</TotalTime>
  <Words>32</Words>
  <Application>Microsoft Office PowerPoint</Application>
  <PresentationFormat>Широкоэкранный</PresentationFormat>
  <Paragraphs>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Trebuchet MS</vt:lpstr>
      <vt:lpstr>Wingdings 3</vt:lpstr>
      <vt:lpstr>Аспект</vt:lpstr>
      <vt:lpstr>UML-Diagrams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И.И.</dc:creator>
  <cp:lastModifiedBy>Zhenia Lion Zege</cp:lastModifiedBy>
  <cp:revision>12</cp:revision>
  <dcterms:created xsi:type="dcterms:W3CDTF">2025-02-25T05:12:56Z</dcterms:created>
  <dcterms:modified xsi:type="dcterms:W3CDTF">2025-04-14T16:47:28Z</dcterms:modified>
</cp:coreProperties>
</file>